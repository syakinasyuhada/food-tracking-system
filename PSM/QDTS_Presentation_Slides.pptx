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7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Quality Defect Tracking System (QDTS)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6356"/>
                </a:solidFill>
                <a:latin typeface="Segoe UI"/>
              </a:defRPr>
            </a:pPr>
            <a:r>
              <a:t>for Kak Norie / Retort Niaga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[Your Name] · [Matric Number]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[Programme / Faculty]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PSM1 Presentation · Supervisor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Client: Kak Norie / Retort Niaga — small-scale retort food manufacturing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Products: shelf-stable pouches &amp; bottles (200g–250g, ~12-month shelf life)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System: QDTS — Quality Defect Tracking System (web application)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Technology: React 19 frontend · Express 5 API · PostgreSQL database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Users: Manager (nazhif) + Workers (siti_aminah, hairul_nizam)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Purpose: digitise defect lifecycle from report → review → action →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QDTS · Kak Norie / Retort Niaga · ~5 min slides + ~15 min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Defects recorded in paper notebooks — slow search, no central archive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Corrective actions not monitored — same problems can repeat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No formal batch numbers — weak link between defect and production batch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Printed pouch expiry may differ from correct retort-based expiry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Loss and disposal data scattered across paper notes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Limited audit trail — no timestamps or user accountability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Primary data: WhatsApp (9 Jun 2026) + Google Form (11 Jun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QDTS · Kak Norie / Retort Niaga · ~5 min slides + ~15 min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O1 — Structured digital defect records linked to product &amp; batch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O2 — Role-based workflow: report → review → assign → complete → verify → close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O3 — Auto expiry validation &amp; mismatch alerts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O4 — Corrective action tracking with due dates, evidence &amp; verification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O5 — Product loss calculation &amp; management reports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O6 — CSV export &amp; browser print summaries for audit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O7 — Activity log for compliance and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QDTS · Kak Norie / Retort Niaga · ~5 min slides + ~15 min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4.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6356"/>
                </a:solidFill>
                <a:latin typeface="Segoe UI"/>
              </a:defRPr>
            </a:pPr>
            <a:r>
              <a:t>In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Defect reporting (9 detection stages)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Manager review &amp; corrective action assignment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Root cause suspect &amp; manager confirmation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Batch master data &amp; expiry mismatch reports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Dashboard KPIs, notifications, activity log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CSV export &amp; print summary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Web browser on Windows PC (localhost demo)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515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6356"/>
                </a:solidFill>
                <a:latin typeface="Segoe UI"/>
              </a:defRPr>
            </a:pPr>
            <a:r>
              <a:t>Out of Scope (v1)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173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AI / YOLO visual defect detection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OCR label reading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Blockchain traceability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ERP integration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Email / SMS alerts (in-app bell only)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Native mobile app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Full enterprise CAPA / QMS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QDTS · Kak Norie / Retort Niaga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5.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Research approach (adapted from Bharosa et al., 2009):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  1. Literature review — food quality, traceability, RBAC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  2. Case study — Kak Norie manual as-is process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  3. Requirement confirmation — WhatsApp first, then Google Form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SDLC: Modified waterfall + Object-Oriented Analysis &amp; Design (OOAD)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Phases: Requirements → Analysis → Design → Implementation → Testing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Tools: VS Code, Node.js, PostgreSQL, Git, Figma (diagrams)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QDTS · Kak Norie / Retort Niaga · ~5 min slides + ~15 min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6.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PostgreSQL — 13 tables · React + Express three-tier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users — Manager &amp; Worker accounts (JWT login)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products — product catalogue, shelf life, loss rate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batches — retort date, printed vs correct expiry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defects — main defect records &amp; workflow status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corrective_actions — assigned handling tasks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root_cause_investigation — worker suspect, manager confirm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evidence — photo uploads (defect &amp; CA)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activity_logs — workflow audit (13 action types)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49240"/>
            <a:ext cx="8046720" cy="685800"/>
          </a:xfrm>
          <a:prstGeom prst="rect">
            <a:avLst/>
          </a:prstGeom>
          <a:solidFill>
            <a:srgbClr val="F4FAF7"/>
          </a:solidFill>
          <a:ln w="12700">
            <a:solidFill>
              <a:srgbClr val="178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406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6356"/>
                </a:solidFill>
                <a:latin typeface="Segoe UI"/>
              </a:defRPr>
            </a:pPr>
            <a:r>
              <a:t>Core flow:  Product → Batch → Defect → Corrective Action → Root Cause →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Batch no.: {product_code}-B-{YYYYMMDD}  ·  Insert ERD: diagrams/erd-qdts-core-report.svg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QDTS · Kak Norie / Retort Niaga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7.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Working QDTS prototype delivered for Kak Norie quality operations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Replaces paper-based defect recording with structured digital workflow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Expiry mismatch alerts &amp; batch traceability address client-specific needs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Role-based access (Manager / Worker), reports, CSV export, activity log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Automated API tests pass (smoke + integration)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Limitations: localhost prototype, in-app notifications only, no ERP/AI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Next: production deployment, email alerts, mobile PWA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Segoe UI"/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Segoe UI"/>
              </a:defRPr>
            </a:pPr>
            <a:r>
              <a:t>→ Live system demonstration (~15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5669280"/>
            <a:ext cx="4572000" cy="502920"/>
          </a:xfrm>
          <a:prstGeom prst="rect">
            <a:avLst/>
          </a:prstGeom>
          <a:solidFill>
            <a:srgbClr val="17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574243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Demo: http://localhost:5173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QDTS · Kak Norie / Retort Niaga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